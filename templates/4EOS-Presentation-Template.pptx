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Bahnschrift"/>
              </a:rP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7EC8E3"/>
                </a:solidFill>
                <a:latin typeface="Calibri"/>
              </a:rPr>
              <a:t>Subtitle, presenter,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3D6C"/>
                </a:solidFill>
                <a:latin typeface="Bahnschrift"/>
              </a:rPr>
              <a:t>Slide heading</a:t>
            </a:r>
          </a:p>
        </p:txBody>
      </p:sp>
      <p:pic>
        <p:nvPicPr>
          <p:cNvPr id="3" name="Picture 2" descr="4eos_origin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57200"/>
            <a:ext cx="807432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371600"/>
            <a:ext cx="10725912" cy="28575"/>
          </a:xfrm>
          <a:prstGeom prst="rect">
            <a:avLst/>
          </a:prstGeom>
          <a:solidFill>
            <a:srgbClr val="D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First point. Calibri, Dark Base on white.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Second point.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Third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6078"/>
                </a:solidFill>
                <a:latin typeface="Calibri"/>
              </a:rPr>
              <a:t>4EOS · Computers / Networks /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4EOS Presentation Template</dc:title>
  <dc:subject/>
  <dc:creator>4EOS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